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3" r:id="rId2"/>
    <p:sldId id="275" r:id="rId3"/>
    <p:sldId id="257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shant kapoor" initials="Pk" lastIdx="2" clrIdx="0">
    <p:extLst>
      <p:ext uri="{19B8F6BF-5375-455C-9EA6-DF929625EA0E}">
        <p15:presenceInfo xmlns:p15="http://schemas.microsoft.com/office/powerpoint/2012/main" userId="87ab8b28a0e366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A9A"/>
    <a:srgbClr val="FFFFFF"/>
    <a:srgbClr val="ABC0E4"/>
    <a:srgbClr val="56C2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C5C7E7-5910-4B17-83E5-4690E62ED869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E30EAD-08E2-4C19-9AB0-1ECED311494C}">
      <dgm:prSet phldrT="[Text]"/>
      <dgm:spPr/>
      <dgm:t>
        <a:bodyPr/>
        <a:lstStyle/>
        <a:p>
          <a:r>
            <a:rPr lang="en-IN" b="1" dirty="0"/>
            <a:t>ROLE</a:t>
          </a:r>
          <a:r>
            <a:rPr lang="en-IN" dirty="0"/>
            <a:t> </a:t>
          </a:r>
        </a:p>
      </dgm:t>
    </dgm:pt>
    <dgm:pt modelId="{5DA871D1-60A4-4AED-8C04-490C82A69A0A}" type="parTrans" cxnId="{BEBFFEFC-771B-4EDA-A592-BEA750987276}">
      <dgm:prSet/>
      <dgm:spPr/>
      <dgm:t>
        <a:bodyPr/>
        <a:lstStyle/>
        <a:p>
          <a:endParaRPr lang="en-IN"/>
        </a:p>
      </dgm:t>
    </dgm:pt>
    <dgm:pt modelId="{9B59D50E-7DED-47E1-9C2B-78901C7DF036}" type="sibTrans" cxnId="{BEBFFEFC-771B-4EDA-A592-BEA750987276}">
      <dgm:prSet/>
      <dgm:spPr/>
      <dgm:t>
        <a:bodyPr/>
        <a:lstStyle/>
        <a:p>
          <a:endParaRPr lang="en-IN"/>
        </a:p>
      </dgm:t>
    </dgm:pt>
    <dgm:pt modelId="{5BAA5E11-DD45-4FF2-BB14-55B2DF0827CB}">
      <dgm:prSet phldrT="[Text]"/>
      <dgm:spPr/>
      <dgm:t>
        <a:bodyPr/>
        <a:lstStyle/>
        <a:p>
          <a:r>
            <a:rPr lang="en-IN" b="1" dirty="0"/>
            <a:t>FEATURE OF ORGANIZER</a:t>
          </a:r>
        </a:p>
      </dgm:t>
    </dgm:pt>
    <dgm:pt modelId="{492E92CF-CC13-422F-B3AA-3183225A0AC7}" type="parTrans" cxnId="{E3382445-5DE4-4352-9420-A471B134D1EA}">
      <dgm:prSet/>
      <dgm:spPr/>
      <dgm:t>
        <a:bodyPr/>
        <a:lstStyle/>
        <a:p>
          <a:endParaRPr lang="en-IN"/>
        </a:p>
      </dgm:t>
    </dgm:pt>
    <dgm:pt modelId="{3B254086-4F15-40F3-827F-FABB2B95DF17}" type="sibTrans" cxnId="{E3382445-5DE4-4352-9420-A471B134D1EA}">
      <dgm:prSet/>
      <dgm:spPr/>
      <dgm:t>
        <a:bodyPr/>
        <a:lstStyle/>
        <a:p>
          <a:endParaRPr lang="en-IN"/>
        </a:p>
      </dgm:t>
    </dgm:pt>
    <dgm:pt modelId="{E89EA156-76CD-4611-AB8A-1592D8D73325}">
      <dgm:prSet phldrT="[Text]"/>
      <dgm:spPr/>
      <dgm:t>
        <a:bodyPr/>
        <a:lstStyle/>
        <a:p>
          <a:r>
            <a:rPr lang="en-IN" b="1" dirty="0"/>
            <a:t>HELP-PAGE</a:t>
          </a:r>
        </a:p>
      </dgm:t>
    </dgm:pt>
    <dgm:pt modelId="{414B6964-1EE9-4DB5-B956-02A372AF2E48}" type="parTrans" cxnId="{D63A5606-E1BC-4954-897D-A5F774D1DCFE}">
      <dgm:prSet/>
      <dgm:spPr/>
      <dgm:t>
        <a:bodyPr/>
        <a:lstStyle/>
        <a:p>
          <a:endParaRPr lang="en-IN"/>
        </a:p>
      </dgm:t>
    </dgm:pt>
    <dgm:pt modelId="{63A02FCD-DA0E-4960-B29D-A35FFA553207}" type="sibTrans" cxnId="{D63A5606-E1BC-4954-897D-A5F774D1DCFE}">
      <dgm:prSet/>
      <dgm:spPr/>
      <dgm:t>
        <a:bodyPr/>
        <a:lstStyle/>
        <a:p>
          <a:endParaRPr lang="en-IN"/>
        </a:p>
      </dgm:t>
    </dgm:pt>
    <dgm:pt modelId="{66810C13-F282-48B1-BBCE-BFEBB3627EF0}">
      <dgm:prSet/>
      <dgm:spPr/>
      <dgm:t>
        <a:bodyPr/>
        <a:lstStyle/>
        <a:p>
          <a:r>
            <a:rPr lang="en-IN" b="1" dirty="0"/>
            <a:t>Who is an Attendee?</a:t>
          </a:r>
        </a:p>
      </dgm:t>
    </dgm:pt>
    <dgm:pt modelId="{0ED0BE52-5ACF-4587-BBB8-E0CF30CA2349}" type="parTrans" cxnId="{C564D140-295F-46FC-9658-EB9286A896D6}">
      <dgm:prSet/>
      <dgm:spPr/>
      <dgm:t>
        <a:bodyPr/>
        <a:lstStyle/>
        <a:p>
          <a:endParaRPr lang="en-IN"/>
        </a:p>
      </dgm:t>
    </dgm:pt>
    <dgm:pt modelId="{852FD84D-1608-46DA-BB9D-37A8AF9B45C1}" type="sibTrans" cxnId="{C564D140-295F-46FC-9658-EB9286A896D6}">
      <dgm:prSet/>
      <dgm:spPr/>
      <dgm:t>
        <a:bodyPr/>
        <a:lstStyle/>
        <a:p>
          <a:endParaRPr lang="en-IN"/>
        </a:p>
      </dgm:t>
    </dgm:pt>
    <dgm:pt modelId="{4CFCAE58-FC2D-4420-89C6-89B0FA33F754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Login to the Platform</a:t>
          </a:r>
          <a:endParaRPr lang="en-IN" b="1" dirty="0"/>
        </a:p>
      </dgm:t>
    </dgm:pt>
    <dgm:pt modelId="{46FBF719-33C6-4E7A-95C4-430DB05EAF69}" type="parTrans" cxnId="{EFB41CFD-5B71-4A19-B0AF-7452F02CB193}">
      <dgm:prSet/>
      <dgm:spPr/>
      <dgm:t>
        <a:bodyPr/>
        <a:lstStyle/>
        <a:p>
          <a:endParaRPr lang="en-IN"/>
        </a:p>
      </dgm:t>
    </dgm:pt>
    <dgm:pt modelId="{F7321D7B-5DFD-41F8-81A9-6364E6F36C52}" type="sibTrans" cxnId="{EFB41CFD-5B71-4A19-B0AF-7452F02CB193}">
      <dgm:prSet/>
      <dgm:spPr/>
      <dgm:t>
        <a:bodyPr/>
        <a:lstStyle/>
        <a:p>
          <a:endParaRPr lang="en-IN"/>
        </a:p>
      </dgm:t>
    </dgm:pt>
    <dgm:pt modelId="{A768F086-6416-4A67-AC92-B135C32EE5E3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b="1" dirty="0"/>
        </a:p>
      </dgm:t>
    </dgm:pt>
    <dgm:pt modelId="{7E8F8E20-1F05-4A84-AA23-8D2EC91E303B}" type="parTrans" cxnId="{AA63B379-8EBE-45A7-82E6-41B699BE687E}">
      <dgm:prSet/>
      <dgm:spPr/>
      <dgm:t>
        <a:bodyPr/>
        <a:lstStyle/>
        <a:p>
          <a:endParaRPr lang="en-IN"/>
        </a:p>
      </dgm:t>
    </dgm:pt>
    <dgm:pt modelId="{8473F696-397B-41F8-90D8-DF53A19E548F}" type="sibTrans" cxnId="{AA63B379-8EBE-45A7-82E6-41B699BE687E}">
      <dgm:prSet/>
      <dgm:spPr/>
      <dgm:t>
        <a:bodyPr/>
        <a:lstStyle/>
        <a:p>
          <a:endParaRPr lang="en-IN"/>
        </a:p>
      </dgm:t>
    </dgm:pt>
    <dgm:pt modelId="{21B8EE9A-0872-4A6F-8C8D-4AF95DB4E4DD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Accessing Help &amp; Support During the Event</a:t>
          </a:r>
          <a:endParaRPr lang="en-IN" dirty="0"/>
        </a:p>
      </dgm:t>
    </dgm:pt>
    <dgm:pt modelId="{C85A6D4D-6FD5-4FC7-B12D-9AFCCAEF1D47}" type="parTrans" cxnId="{DF55066A-E93F-4E5B-B359-ACC0395770C9}">
      <dgm:prSet/>
      <dgm:spPr/>
      <dgm:t>
        <a:bodyPr/>
        <a:lstStyle/>
        <a:p>
          <a:endParaRPr lang="en-IN"/>
        </a:p>
      </dgm:t>
    </dgm:pt>
    <dgm:pt modelId="{2CE12D81-9764-4069-89E5-94F07587D2EC}" type="sibTrans" cxnId="{DF55066A-E93F-4E5B-B359-ACC0395770C9}">
      <dgm:prSet/>
      <dgm:spPr/>
      <dgm:t>
        <a:bodyPr/>
        <a:lstStyle/>
        <a:p>
          <a:endParaRPr lang="en-IN"/>
        </a:p>
      </dgm:t>
    </dgm:pt>
    <dgm:pt modelId="{4BBCA635-1F2D-4A16-BF55-6735F4FA8ECE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Manage Profile</a:t>
          </a:r>
          <a:endParaRPr lang="en-IN" b="1" dirty="0"/>
        </a:p>
      </dgm:t>
    </dgm:pt>
    <dgm:pt modelId="{24953667-B6E3-44C5-9DF3-3471D3913A7A}" type="parTrans" cxnId="{EC00754B-B72B-4FE6-9B5E-ED0C8EB4A1C7}">
      <dgm:prSet/>
      <dgm:spPr/>
      <dgm:t>
        <a:bodyPr/>
        <a:lstStyle/>
        <a:p>
          <a:endParaRPr lang="en-IN"/>
        </a:p>
      </dgm:t>
    </dgm:pt>
    <dgm:pt modelId="{FD710A4E-05F9-47CF-98D3-3C0F9E7B597C}" type="sibTrans" cxnId="{EC00754B-B72B-4FE6-9B5E-ED0C8EB4A1C7}">
      <dgm:prSet/>
      <dgm:spPr/>
      <dgm:t>
        <a:bodyPr/>
        <a:lstStyle/>
        <a:p>
          <a:endParaRPr lang="en-IN"/>
        </a:p>
      </dgm:t>
    </dgm:pt>
    <dgm:pt modelId="{75AC221E-A77E-4DEE-924E-00967C931433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Join &amp; Participate in the Event</a:t>
          </a:r>
          <a:endParaRPr lang="en-IN" b="1" dirty="0"/>
        </a:p>
      </dgm:t>
    </dgm:pt>
    <dgm:pt modelId="{C58434DB-9ADD-4EB6-924D-75A1D1D5AAF3}" type="parTrans" cxnId="{34D9717D-EE42-4375-8395-46C23CB1929B}">
      <dgm:prSet/>
      <dgm:spPr/>
      <dgm:t>
        <a:bodyPr/>
        <a:lstStyle/>
        <a:p>
          <a:endParaRPr lang="en-IN"/>
        </a:p>
      </dgm:t>
    </dgm:pt>
    <dgm:pt modelId="{4394460A-5015-40E4-B9B1-14DC356F53D2}" type="sibTrans" cxnId="{34D9717D-EE42-4375-8395-46C23CB1929B}">
      <dgm:prSet/>
      <dgm:spPr/>
      <dgm:t>
        <a:bodyPr/>
        <a:lstStyle/>
        <a:p>
          <a:endParaRPr lang="en-IN"/>
        </a:p>
      </dgm:t>
    </dgm:pt>
    <dgm:pt modelId="{CFF84F19-85FC-4201-8585-3C557B79D11C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Interact with Exhibitors </a:t>
          </a:r>
          <a:endParaRPr lang="en-IN" b="1" dirty="0"/>
        </a:p>
      </dgm:t>
    </dgm:pt>
    <dgm:pt modelId="{B734E627-6967-4393-9938-7CE375CB02C2}" type="parTrans" cxnId="{2D16303B-D5AD-4974-9662-4B6B18DB2D54}">
      <dgm:prSet/>
      <dgm:spPr/>
      <dgm:t>
        <a:bodyPr/>
        <a:lstStyle/>
        <a:p>
          <a:endParaRPr lang="en-IN"/>
        </a:p>
      </dgm:t>
    </dgm:pt>
    <dgm:pt modelId="{9975C6CD-4740-45F7-B172-D659773ADB13}" type="sibTrans" cxnId="{2D16303B-D5AD-4974-9662-4B6B18DB2D54}">
      <dgm:prSet/>
      <dgm:spPr/>
      <dgm:t>
        <a:bodyPr/>
        <a:lstStyle/>
        <a:p>
          <a:endParaRPr lang="en-IN"/>
        </a:p>
      </dgm:t>
    </dgm:pt>
    <dgm:pt modelId="{7B7D1CAD-D965-42A6-8820-2E3491DEFF2F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Post-Event Actions</a:t>
          </a:r>
          <a:endParaRPr lang="en-IN" b="1" dirty="0"/>
        </a:p>
      </dgm:t>
    </dgm:pt>
    <dgm:pt modelId="{6FE982CC-7065-41C8-ADCF-1D480A7A925A}" type="parTrans" cxnId="{736A1E1A-DAB4-4B13-9777-6E5139C5D7F1}">
      <dgm:prSet/>
      <dgm:spPr/>
      <dgm:t>
        <a:bodyPr/>
        <a:lstStyle/>
        <a:p>
          <a:endParaRPr lang="en-IN"/>
        </a:p>
      </dgm:t>
    </dgm:pt>
    <dgm:pt modelId="{67FFBA0C-7044-42A1-969B-2495BCA55141}" type="sibTrans" cxnId="{736A1E1A-DAB4-4B13-9777-6E5139C5D7F1}">
      <dgm:prSet/>
      <dgm:spPr/>
      <dgm:t>
        <a:bodyPr/>
        <a:lstStyle/>
        <a:p>
          <a:endParaRPr lang="en-IN"/>
        </a:p>
      </dgm:t>
    </dgm:pt>
    <dgm:pt modelId="{1DDE36C9-143C-4F40-918A-923954A4DD21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b="1" dirty="0">
              <a:latin typeface="Aptos" panose="020B0004020202020204" pitchFamily="34" charset="0"/>
            </a:rPr>
            <a:t> </a:t>
          </a:r>
          <a:endParaRPr lang="en-IN" b="1" dirty="0"/>
        </a:p>
      </dgm:t>
    </dgm:pt>
    <dgm:pt modelId="{FC5E8CB1-1B84-4E7A-9559-38F908FCEC5A}" type="parTrans" cxnId="{4D32C436-BDDD-44A3-A8DA-9B2C51990D2B}">
      <dgm:prSet/>
      <dgm:spPr/>
      <dgm:t>
        <a:bodyPr/>
        <a:lstStyle/>
        <a:p>
          <a:endParaRPr lang="en-IN"/>
        </a:p>
      </dgm:t>
    </dgm:pt>
    <dgm:pt modelId="{E1FD1585-3E01-447D-88A6-2F44B128C3D9}" type="sibTrans" cxnId="{4D32C436-BDDD-44A3-A8DA-9B2C51990D2B}">
      <dgm:prSet/>
      <dgm:spPr/>
      <dgm:t>
        <a:bodyPr/>
        <a:lstStyle/>
        <a:p>
          <a:endParaRPr lang="en-IN"/>
        </a:p>
      </dgm:t>
    </dgm:pt>
    <dgm:pt modelId="{81646023-C759-4F41-85F9-435076DCCC2A}" type="pres">
      <dgm:prSet presAssocID="{C5C5C7E7-5910-4B17-83E5-4690E62ED869}" presName="linear" presStyleCnt="0">
        <dgm:presLayoutVars>
          <dgm:dir/>
          <dgm:animLvl val="lvl"/>
          <dgm:resizeHandles val="exact"/>
        </dgm:presLayoutVars>
      </dgm:prSet>
      <dgm:spPr/>
    </dgm:pt>
    <dgm:pt modelId="{27C3E7F8-A929-4450-AE2E-F4B813C7578A}" type="pres">
      <dgm:prSet presAssocID="{7DE30EAD-08E2-4C19-9AB0-1ECED311494C}" presName="parentLin" presStyleCnt="0"/>
      <dgm:spPr/>
    </dgm:pt>
    <dgm:pt modelId="{CDA53FDB-6D38-4AA2-982A-CC2CEAF7E881}" type="pres">
      <dgm:prSet presAssocID="{7DE30EAD-08E2-4C19-9AB0-1ECED311494C}" presName="parentLeftMargin" presStyleLbl="node1" presStyleIdx="0" presStyleCnt="3"/>
      <dgm:spPr/>
    </dgm:pt>
    <dgm:pt modelId="{AF745F13-6CCD-4ACB-A56E-85B054453D59}" type="pres">
      <dgm:prSet presAssocID="{7DE30EAD-08E2-4C19-9AB0-1ECED31149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782D48-0FC6-498C-8675-8A6AA3FEA6B4}" type="pres">
      <dgm:prSet presAssocID="{7DE30EAD-08E2-4C19-9AB0-1ECED311494C}" presName="negativeSpace" presStyleCnt="0"/>
      <dgm:spPr/>
    </dgm:pt>
    <dgm:pt modelId="{04DD754B-7E1E-4FD5-9F18-FF80F80C52FB}" type="pres">
      <dgm:prSet presAssocID="{7DE30EAD-08E2-4C19-9AB0-1ECED311494C}" presName="childText" presStyleLbl="conFgAcc1" presStyleIdx="0" presStyleCnt="3" custLinFactNeighborY="2131">
        <dgm:presLayoutVars>
          <dgm:bulletEnabled val="1"/>
        </dgm:presLayoutVars>
      </dgm:prSet>
      <dgm:spPr/>
    </dgm:pt>
    <dgm:pt modelId="{3FD5311E-DC1B-478B-AD77-F793121FEE07}" type="pres">
      <dgm:prSet presAssocID="{9B59D50E-7DED-47E1-9C2B-78901C7DF036}" presName="spaceBetweenRectangles" presStyleCnt="0"/>
      <dgm:spPr/>
    </dgm:pt>
    <dgm:pt modelId="{87872779-36E3-4C5A-889F-58D8E7FF7CF9}" type="pres">
      <dgm:prSet presAssocID="{5BAA5E11-DD45-4FF2-BB14-55B2DF0827CB}" presName="parentLin" presStyleCnt="0"/>
      <dgm:spPr/>
    </dgm:pt>
    <dgm:pt modelId="{FDAFBC5B-A8B7-4E9A-B4F1-0F64F21EAE52}" type="pres">
      <dgm:prSet presAssocID="{5BAA5E11-DD45-4FF2-BB14-55B2DF0827CB}" presName="parentLeftMargin" presStyleLbl="node1" presStyleIdx="0" presStyleCnt="3"/>
      <dgm:spPr/>
    </dgm:pt>
    <dgm:pt modelId="{2A42A90A-53E0-4BD2-9F67-9DC64C4FD50C}" type="pres">
      <dgm:prSet presAssocID="{5BAA5E11-DD45-4FF2-BB14-55B2DF0827CB}" presName="parentText" presStyleLbl="node1" presStyleIdx="1" presStyleCnt="3" custLinFactNeighborX="-4891" custLinFactNeighborY="-18705">
        <dgm:presLayoutVars>
          <dgm:chMax val="0"/>
          <dgm:bulletEnabled val="1"/>
        </dgm:presLayoutVars>
      </dgm:prSet>
      <dgm:spPr/>
    </dgm:pt>
    <dgm:pt modelId="{DF179D3F-A7B5-44F2-9B02-566C6FA88F10}" type="pres">
      <dgm:prSet presAssocID="{5BAA5E11-DD45-4FF2-BB14-55B2DF0827CB}" presName="negativeSpace" presStyleCnt="0"/>
      <dgm:spPr/>
    </dgm:pt>
    <dgm:pt modelId="{572625D4-BA3F-4B90-BF21-E990009CC554}" type="pres">
      <dgm:prSet presAssocID="{5BAA5E11-DD45-4FF2-BB14-55B2DF0827CB}" presName="childText" presStyleLbl="conFgAcc1" presStyleIdx="1" presStyleCnt="3" custLinFactNeighborX="122" custLinFactNeighborY="-23007">
        <dgm:presLayoutVars>
          <dgm:bulletEnabled val="1"/>
        </dgm:presLayoutVars>
      </dgm:prSet>
      <dgm:spPr/>
    </dgm:pt>
    <dgm:pt modelId="{38E00FC5-F43C-4D21-8AA0-8911174B686D}" type="pres">
      <dgm:prSet presAssocID="{3B254086-4F15-40F3-827F-FABB2B95DF17}" presName="spaceBetweenRectangles" presStyleCnt="0"/>
      <dgm:spPr/>
    </dgm:pt>
    <dgm:pt modelId="{3A7AB874-A162-4255-97B2-20EF72F5CB49}" type="pres">
      <dgm:prSet presAssocID="{E89EA156-76CD-4611-AB8A-1592D8D73325}" presName="parentLin" presStyleCnt="0"/>
      <dgm:spPr/>
    </dgm:pt>
    <dgm:pt modelId="{021F1518-878F-42AE-849B-CBB28482EC29}" type="pres">
      <dgm:prSet presAssocID="{E89EA156-76CD-4611-AB8A-1592D8D73325}" presName="parentLeftMargin" presStyleLbl="node1" presStyleIdx="1" presStyleCnt="3"/>
      <dgm:spPr/>
    </dgm:pt>
    <dgm:pt modelId="{D5E90543-5A6F-47F4-8F5B-926EFA4FEAEE}" type="pres">
      <dgm:prSet presAssocID="{E89EA156-76CD-4611-AB8A-1592D8D73325}" presName="parentText" presStyleLbl="node1" presStyleIdx="2" presStyleCnt="3" custLinFactNeighborX="-9782" custLinFactNeighborY="-18705">
        <dgm:presLayoutVars>
          <dgm:chMax val="0"/>
          <dgm:bulletEnabled val="1"/>
        </dgm:presLayoutVars>
      </dgm:prSet>
      <dgm:spPr/>
    </dgm:pt>
    <dgm:pt modelId="{15B664D8-A4D2-4ABA-A35D-9B1AA0D76FA9}" type="pres">
      <dgm:prSet presAssocID="{E89EA156-76CD-4611-AB8A-1592D8D73325}" presName="negativeSpace" presStyleCnt="0"/>
      <dgm:spPr/>
    </dgm:pt>
    <dgm:pt modelId="{2265961F-21AE-4B92-B1ED-BA15C79DA532}" type="pres">
      <dgm:prSet presAssocID="{E89EA156-76CD-4611-AB8A-1592D8D7332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0BDB00-2334-4A83-909B-651DFBFB1971}" type="presOf" srcId="{75AC221E-A77E-4DEE-924E-00967C931433}" destId="{572625D4-BA3F-4B90-BF21-E990009CC554}" srcOrd="0" destOrd="3" presId="urn:microsoft.com/office/officeart/2005/8/layout/list1"/>
    <dgm:cxn modelId="{99C2F004-77AA-45E0-90BF-FD7E78C7994B}" type="presOf" srcId="{A768F086-6416-4A67-AC92-B135C32EE5E3}" destId="{572625D4-BA3F-4B90-BF21-E990009CC554}" srcOrd="0" destOrd="1" presId="urn:microsoft.com/office/officeart/2005/8/layout/list1"/>
    <dgm:cxn modelId="{D63A5606-E1BC-4954-897D-A5F774D1DCFE}" srcId="{C5C5C7E7-5910-4B17-83E5-4690E62ED869}" destId="{E89EA156-76CD-4611-AB8A-1592D8D73325}" srcOrd="2" destOrd="0" parTransId="{414B6964-1EE9-4DB5-B956-02A372AF2E48}" sibTransId="{63A02FCD-DA0E-4960-B29D-A35FFA553207}"/>
    <dgm:cxn modelId="{C1EB250B-F91F-4805-9BDF-489469B5723D}" type="presOf" srcId="{1DDE36C9-143C-4F40-918A-923954A4DD21}" destId="{572625D4-BA3F-4B90-BF21-E990009CC554}" srcOrd="0" destOrd="6" presId="urn:microsoft.com/office/officeart/2005/8/layout/list1"/>
    <dgm:cxn modelId="{3353C90B-1BCC-4A0D-A920-E907E7E9D08F}" type="presOf" srcId="{C5C5C7E7-5910-4B17-83E5-4690E62ED869}" destId="{81646023-C759-4F41-85F9-435076DCCC2A}" srcOrd="0" destOrd="0" presId="urn:microsoft.com/office/officeart/2005/8/layout/list1"/>
    <dgm:cxn modelId="{736A1E1A-DAB4-4B13-9777-6E5139C5D7F1}" srcId="{5BAA5E11-DD45-4FF2-BB14-55B2DF0827CB}" destId="{7B7D1CAD-D965-42A6-8820-2E3491DEFF2F}" srcOrd="5" destOrd="0" parTransId="{6FE982CC-7065-41C8-ADCF-1D480A7A925A}" sibTransId="{67FFBA0C-7044-42A1-969B-2495BCA55141}"/>
    <dgm:cxn modelId="{4579EB1A-3DD4-4914-8F1D-14F32B3AE6C0}" type="presOf" srcId="{21B8EE9A-0872-4A6F-8C8D-4AF95DB4E4DD}" destId="{2265961F-21AE-4B92-B1ED-BA15C79DA532}" srcOrd="0" destOrd="0" presId="urn:microsoft.com/office/officeart/2005/8/layout/list1"/>
    <dgm:cxn modelId="{3E419920-713C-4706-9381-FE66A8EC8739}" type="presOf" srcId="{7B7D1CAD-D965-42A6-8820-2E3491DEFF2F}" destId="{572625D4-BA3F-4B90-BF21-E990009CC554}" srcOrd="0" destOrd="5" presId="urn:microsoft.com/office/officeart/2005/8/layout/list1"/>
    <dgm:cxn modelId="{4D32C436-BDDD-44A3-A8DA-9B2C51990D2B}" srcId="{5BAA5E11-DD45-4FF2-BB14-55B2DF0827CB}" destId="{1DDE36C9-143C-4F40-918A-923954A4DD21}" srcOrd="6" destOrd="0" parTransId="{FC5E8CB1-1B84-4E7A-9559-38F908FCEC5A}" sibTransId="{E1FD1585-3E01-447D-88A6-2F44B128C3D9}"/>
    <dgm:cxn modelId="{2D16303B-D5AD-4974-9662-4B6B18DB2D54}" srcId="{5BAA5E11-DD45-4FF2-BB14-55B2DF0827CB}" destId="{CFF84F19-85FC-4201-8585-3C557B79D11C}" srcOrd="4" destOrd="0" parTransId="{B734E627-6967-4393-9938-7CE375CB02C2}" sibTransId="{9975C6CD-4740-45F7-B172-D659773ADB13}"/>
    <dgm:cxn modelId="{C564D140-295F-46FC-9658-EB9286A896D6}" srcId="{7DE30EAD-08E2-4C19-9AB0-1ECED311494C}" destId="{66810C13-F282-48B1-BBCE-BFEBB3627EF0}" srcOrd="0" destOrd="0" parTransId="{0ED0BE52-5ACF-4587-BBB8-E0CF30CA2349}" sibTransId="{852FD84D-1608-46DA-BB9D-37A8AF9B45C1}"/>
    <dgm:cxn modelId="{C82CC45E-5C9B-411B-95D9-BCF8B456AD29}" type="presOf" srcId="{5BAA5E11-DD45-4FF2-BB14-55B2DF0827CB}" destId="{FDAFBC5B-A8B7-4E9A-B4F1-0F64F21EAE52}" srcOrd="0" destOrd="0" presId="urn:microsoft.com/office/officeart/2005/8/layout/list1"/>
    <dgm:cxn modelId="{E3382445-5DE4-4352-9420-A471B134D1EA}" srcId="{C5C5C7E7-5910-4B17-83E5-4690E62ED869}" destId="{5BAA5E11-DD45-4FF2-BB14-55B2DF0827CB}" srcOrd="1" destOrd="0" parTransId="{492E92CF-CC13-422F-B3AA-3183225A0AC7}" sibTransId="{3B254086-4F15-40F3-827F-FABB2B95DF17}"/>
    <dgm:cxn modelId="{DF55066A-E93F-4E5B-B359-ACC0395770C9}" srcId="{E89EA156-76CD-4611-AB8A-1592D8D73325}" destId="{21B8EE9A-0872-4A6F-8C8D-4AF95DB4E4DD}" srcOrd="0" destOrd="0" parTransId="{C85A6D4D-6FD5-4FC7-B12D-9AFCCAEF1D47}" sibTransId="{2CE12D81-9764-4069-89E5-94F07587D2EC}"/>
    <dgm:cxn modelId="{EC00754B-B72B-4FE6-9B5E-ED0C8EB4A1C7}" srcId="{5BAA5E11-DD45-4FF2-BB14-55B2DF0827CB}" destId="{4BBCA635-1F2D-4A16-BF55-6735F4FA8ECE}" srcOrd="2" destOrd="0" parTransId="{24953667-B6E3-44C5-9DF3-3471D3913A7A}" sibTransId="{FD710A4E-05F9-47CF-98D3-3C0F9E7B597C}"/>
    <dgm:cxn modelId="{61230A4F-F763-4027-B44A-F4E921680235}" type="presOf" srcId="{66810C13-F282-48B1-BBCE-BFEBB3627EF0}" destId="{04DD754B-7E1E-4FD5-9F18-FF80F80C52FB}" srcOrd="0" destOrd="0" presId="urn:microsoft.com/office/officeart/2005/8/layout/list1"/>
    <dgm:cxn modelId="{AA63B379-8EBE-45A7-82E6-41B699BE687E}" srcId="{5BAA5E11-DD45-4FF2-BB14-55B2DF0827CB}" destId="{A768F086-6416-4A67-AC92-B135C32EE5E3}" srcOrd="1" destOrd="0" parTransId="{7E8F8E20-1F05-4A84-AA23-8D2EC91E303B}" sibTransId="{8473F696-397B-41F8-90D8-DF53A19E548F}"/>
    <dgm:cxn modelId="{C6D6AA5A-01A4-4C9E-9D1B-C209255BE3B6}" type="presOf" srcId="{5BAA5E11-DD45-4FF2-BB14-55B2DF0827CB}" destId="{2A42A90A-53E0-4BD2-9F67-9DC64C4FD50C}" srcOrd="1" destOrd="0" presId="urn:microsoft.com/office/officeart/2005/8/layout/list1"/>
    <dgm:cxn modelId="{34D9717D-EE42-4375-8395-46C23CB1929B}" srcId="{5BAA5E11-DD45-4FF2-BB14-55B2DF0827CB}" destId="{75AC221E-A77E-4DEE-924E-00967C931433}" srcOrd="3" destOrd="0" parTransId="{C58434DB-9ADD-4EB6-924D-75A1D1D5AAF3}" sibTransId="{4394460A-5015-40E4-B9B1-14DC356F53D2}"/>
    <dgm:cxn modelId="{D8C8248C-6D2F-49F7-B2FA-A4E4F063F3FB}" type="presOf" srcId="{7DE30EAD-08E2-4C19-9AB0-1ECED311494C}" destId="{CDA53FDB-6D38-4AA2-982A-CC2CEAF7E881}" srcOrd="0" destOrd="0" presId="urn:microsoft.com/office/officeart/2005/8/layout/list1"/>
    <dgm:cxn modelId="{B643938C-1512-4DFA-A060-195067609443}" type="presOf" srcId="{E89EA156-76CD-4611-AB8A-1592D8D73325}" destId="{021F1518-878F-42AE-849B-CBB28482EC29}" srcOrd="0" destOrd="0" presId="urn:microsoft.com/office/officeart/2005/8/layout/list1"/>
    <dgm:cxn modelId="{65B12C96-1876-47DF-B4F4-DBF0E87743C2}" type="presOf" srcId="{E89EA156-76CD-4611-AB8A-1592D8D73325}" destId="{D5E90543-5A6F-47F4-8F5B-926EFA4FEAEE}" srcOrd="1" destOrd="0" presId="urn:microsoft.com/office/officeart/2005/8/layout/list1"/>
    <dgm:cxn modelId="{BB82689F-978F-4B84-9343-93131441E140}" type="presOf" srcId="{4CFCAE58-FC2D-4420-89C6-89B0FA33F754}" destId="{572625D4-BA3F-4B90-BF21-E990009CC554}" srcOrd="0" destOrd="0" presId="urn:microsoft.com/office/officeart/2005/8/layout/list1"/>
    <dgm:cxn modelId="{6F033ECB-C410-46C0-B6A5-13C6DBA1156A}" type="presOf" srcId="{CFF84F19-85FC-4201-8585-3C557B79D11C}" destId="{572625D4-BA3F-4B90-BF21-E990009CC554}" srcOrd="0" destOrd="4" presId="urn:microsoft.com/office/officeart/2005/8/layout/list1"/>
    <dgm:cxn modelId="{B78D4AE5-F859-41E3-A969-396711037999}" type="presOf" srcId="{4BBCA635-1F2D-4A16-BF55-6735F4FA8ECE}" destId="{572625D4-BA3F-4B90-BF21-E990009CC554}" srcOrd="0" destOrd="2" presId="urn:microsoft.com/office/officeart/2005/8/layout/list1"/>
    <dgm:cxn modelId="{018601F0-AD04-423F-9BDA-21119A853AB7}" type="presOf" srcId="{7DE30EAD-08E2-4C19-9AB0-1ECED311494C}" destId="{AF745F13-6CCD-4ACB-A56E-85B054453D59}" srcOrd="1" destOrd="0" presId="urn:microsoft.com/office/officeart/2005/8/layout/list1"/>
    <dgm:cxn modelId="{BEBFFEFC-771B-4EDA-A592-BEA750987276}" srcId="{C5C5C7E7-5910-4B17-83E5-4690E62ED869}" destId="{7DE30EAD-08E2-4C19-9AB0-1ECED311494C}" srcOrd="0" destOrd="0" parTransId="{5DA871D1-60A4-4AED-8C04-490C82A69A0A}" sibTransId="{9B59D50E-7DED-47E1-9C2B-78901C7DF036}"/>
    <dgm:cxn modelId="{EFB41CFD-5B71-4A19-B0AF-7452F02CB193}" srcId="{5BAA5E11-DD45-4FF2-BB14-55B2DF0827CB}" destId="{4CFCAE58-FC2D-4420-89C6-89B0FA33F754}" srcOrd="0" destOrd="0" parTransId="{46FBF719-33C6-4E7A-95C4-430DB05EAF69}" sibTransId="{F7321D7B-5DFD-41F8-81A9-6364E6F36C52}"/>
    <dgm:cxn modelId="{ADABD66D-B8A1-4951-B64E-DC122E7A45CF}" type="presParOf" srcId="{81646023-C759-4F41-85F9-435076DCCC2A}" destId="{27C3E7F8-A929-4450-AE2E-F4B813C7578A}" srcOrd="0" destOrd="0" presId="urn:microsoft.com/office/officeart/2005/8/layout/list1"/>
    <dgm:cxn modelId="{584C97B3-ED96-43D7-813A-46FF9A356540}" type="presParOf" srcId="{27C3E7F8-A929-4450-AE2E-F4B813C7578A}" destId="{CDA53FDB-6D38-4AA2-982A-CC2CEAF7E881}" srcOrd="0" destOrd="0" presId="urn:microsoft.com/office/officeart/2005/8/layout/list1"/>
    <dgm:cxn modelId="{DE50D8DA-7D20-441B-98FC-1F610D8359CF}" type="presParOf" srcId="{27C3E7F8-A929-4450-AE2E-F4B813C7578A}" destId="{AF745F13-6CCD-4ACB-A56E-85B054453D59}" srcOrd="1" destOrd="0" presId="urn:microsoft.com/office/officeart/2005/8/layout/list1"/>
    <dgm:cxn modelId="{8DA26A27-A144-42E7-84DE-84297FFA10F4}" type="presParOf" srcId="{81646023-C759-4F41-85F9-435076DCCC2A}" destId="{5F782D48-0FC6-498C-8675-8A6AA3FEA6B4}" srcOrd="1" destOrd="0" presId="urn:microsoft.com/office/officeart/2005/8/layout/list1"/>
    <dgm:cxn modelId="{546A8169-6EC9-4E17-A841-A30732E0853F}" type="presParOf" srcId="{81646023-C759-4F41-85F9-435076DCCC2A}" destId="{04DD754B-7E1E-4FD5-9F18-FF80F80C52FB}" srcOrd="2" destOrd="0" presId="urn:microsoft.com/office/officeart/2005/8/layout/list1"/>
    <dgm:cxn modelId="{77B7FBE0-C594-4B25-98FE-09F8A32F369B}" type="presParOf" srcId="{81646023-C759-4F41-85F9-435076DCCC2A}" destId="{3FD5311E-DC1B-478B-AD77-F793121FEE07}" srcOrd="3" destOrd="0" presId="urn:microsoft.com/office/officeart/2005/8/layout/list1"/>
    <dgm:cxn modelId="{EC2F1EFF-FE6A-4DBA-9DBB-3FE9EE5586F3}" type="presParOf" srcId="{81646023-C759-4F41-85F9-435076DCCC2A}" destId="{87872779-36E3-4C5A-889F-58D8E7FF7CF9}" srcOrd="4" destOrd="0" presId="urn:microsoft.com/office/officeart/2005/8/layout/list1"/>
    <dgm:cxn modelId="{F7532B71-F04C-46CF-8718-12F475C66B90}" type="presParOf" srcId="{87872779-36E3-4C5A-889F-58D8E7FF7CF9}" destId="{FDAFBC5B-A8B7-4E9A-B4F1-0F64F21EAE52}" srcOrd="0" destOrd="0" presId="urn:microsoft.com/office/officeart/2005/8/layout/list1"/>
    <dgm:cxn modelId="{4E05796C-7137-4D09-9C32-13EA7BCDE18F}" type="presParOf" srcId="{87872779-36E3-4C5A-889F-58D8E7FF7CF9}" destId="{2A42A90A-53E0-4BD2-9F67-9DC64C4FD50C}" srcOrd="1" destOrd="0" presId="urn:microsoft.com/office/officeart/2005/8/layout/list1"/>
    <dgm:cxn modelId="{0CFDE3E3-699B-4967-89B7-CF1C38FFE471}" type="presParOf" srcId="{81646023-C759-4F41-85F9-435076DCCC2A}" destId="{DF179D3F-A7B5-44F2-9B02-566C6FA88F10}" srcOrd="5" destOrd="0" presId="urn:microsoft.com/office/officeart/2005/8/layout/list1"/>
    <dgm:cxn modelId="{4188F4E1-21F9-48E1-9403-B63610C9141E}" type="presParOf" srcId="{81646023-C759-4F41-85F9-435076DCCC2A}" destId="{572625D4-BA3F-4B90-BF21-E990009CC554}" srcOrd="6" destOrd="0" presId="urn:microsoft.com/office/officeart/2005/8/layout/list1"/>
    <dgm:cxn modelId="{B3B5575F-52A1-471A-A8C5-2F9FB6AC5129}" type="presParOf" srcId="{81646023-C759-4F41-85F9-435076DCCC2A}" destId="{38E00FC5-F43C-4D21-8AA0-8911174B686D}" srcOrd="7" destOrd="0" presId="urn:microsoft.com/office/officeart/2005/8/layout/list1"/>
    <dgm:cxn modelId="{4CB3E709-2035-4A0A-93DB-C6F38EC7E2E1}" type="presParOf" srcId="{81646023-C759-4F41-85F9-435076DCCC2A}" destId="{3A7AB874-A162-4255-97B2-20EF72F5CB49}" srcOrd="8" destOrd="0" presId="urn:microsoft.com/office/officeart/2005/8/layout/list1"/>
    <dgm:cxn modelId="{3D0D96BD-1DF4-4517-8F0C-B96C683DA16F}" type="presParOf" srcId="{3A7AB874-A162-4255-97B2-20EF72F5CB49}" destId="{021F1518-878F-42AE-849B-CBB28482EC29}" srcOrd="0" destOrd="0" presId="urn:microsoft.com/office/officeart/2005/8/layout/list1"/>
    <dgm:cxn modelId="{550E49DF-2A3B-499F-9583-F27D67DCEE14}" type="presParOf" srcId="{3A7AB874-A162-4255-97B2-20EF72F5CB49}" destId="{D5E90543-5A6F-47F4-8F5B-926EFA4FEAEE}" srcOrd="1" destOrd="0" presId="urn:microsoft.com/office/officeart/2005/8/layout/list1"/>
    <dgm:cxn modelId="{52A45A80-B0FF-44B1-AB50-2B50160AF1D8}" type="presParOf" srcId="{81646023-C759-4F41-85F9-435076DCCC2A}" destId="{15B664D8-A4D2-4ABA-A35D-9B1AA0D76FA9}" srcOrd="9" destOrd="0" presId="urn:microsoft.com/office/officeart/2005/8/layout/list1"/>
    <dgm:cxn modelId="{392D7CAA-DA19-403D-AD7D-2739FBE1CEFF}" type="presParOf" srcId="{81646023-C759-4F41-85F9-435076DCCC2A}" destId="{2265961F-21AE-4B92-B1ED-BA15C79DA53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D754B-7E1E-4FD5-9F18-FF80F80C52FB}">
      <dsp:nvSpPr>
        <dsp:cNvPr id="0" name=""/>
        <dsp:cNvSpPr/>
      </dsp:nvSpPr>
      <dsp:spPr>
        <a:xfrm>
          <a:off x="0" y="293359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Who is an Attendee?</a:t>
          </a:r>
        </a:p>
      </dsp:txBody>
      <dsp:txXfrm>
        <a:off x="0" y="293359"/>
        <a:ext cx="8128333" cy="765450"/>
      </dsp:txXfrm>
    </dsp:sp>
    <dsp:sp modelId="{AF745F13-6CCD-4ACB-A56E-85B054453D59}">
      <dsp:nvSpPr>
        <dsp:cNvPr id="0" name=""/>
        <dsp:cNvSpPr/>
      </dsp:nvSpPr>
      <dsp:spPr>
        <a:xfrm>
          <a:off x="406416" y="25608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ROLE</a:t>
          </a:r>
          <a:r>
            <a:rPr lang="en-IN" sz="1800" kern="1200" dirty="0"/>
            <a:t> </a:t>
          </a:r>
        </a:p>
      </dsp:txBody>
      <dsp:txXfrm>
        <a:off x="432355" y="51547"/>
        <a:ext cx="5637955" cy="479482"/>
      </dsp:txXfrm>
    </dsp:sp>
    <dsp:sp modelId="{572625D4-BA3F-4B90-BF21-E990009CC554}">
      <dsp:nvSpPr>
        <dsp:cNvPr id="0" name=""/>
        <dsp:cNvSpPr/>
      </dsp:nvSpPr>
      <dsp:spPr>
        <a:xfrm>
          <a:off x="0" y="1397255"/>
          <a:ext cx="8128333" cy="255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Login to the Platform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Manage Profile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Join &amp; Participate in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Interact with Exhibitors 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Post-Event Actions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sz="1800" b="1" kern="1200" dirty="0">
              <a:latin typeface="Aptos" panose="020B0004020202020204" pitchFamily="34" charset="0"/>
            </a:rPr>
            <a:t> </a:t>
          </a:r>
          <a:endParaRPr lang="en-IN" sz="1800" b="1" kern="1200" dirty="0"/>
        </a:p>
      </dsp:txBody>
      <dsp:txXfrm>
        <a:off x="0" y="1397255"/>
        <a:ext cx="8128333" cy="2551500"/>
      </dsp:txXfrm>
    </dsp:sp>
    <dsp:sp modelId="{2A42A90A-53E0-4BD2-9F67-9DC64C4FD50C}">
      <dsp:nvSpPr>
        <dsp:cNvPr id="0" name=""/>
        <dsp:cNvSpPr/>
      </dsp:nvSpPr>
      <dsp:spPr>
        <a:xfrm>
          <a:off x="386538" y="105454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FEATURE OF ORGANIZER</a:t>
          </a:r>
        </a:p>
      </dsp:txBody>
      <dsp:txXfrm>
        <a:off x="412477" y="1080486"/>
        <a:ext cx="5637955" cy="479482"/>
      </dsp:txXfrm>
    </dsp:sp>
    <dsp:sp modelId="{2265961F-21AE-4B92-B1ED-BA15C79DA532}">
      <dsp:nvSpPr>
        <dsp:cNvPr id="0" name=""/>
        <dsp:cNvSpPr/>
      </dsp:nvSpPr>
      <dsp:spPr>
        <a:xfrm>
          <a:off x="0" y="4333998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Accessing Help &amp; Support During the Event</a:t>
          </a:r>
          <a:endParaRPr lang="en-IN" sz="1800" kern="1200" dirty="0"/>
        </a:p>
      </dsp:txBody>
      <dsp:txXfrm>
        <a:off x="0" y="4333998"/>
        <a:ext cx="8128333" cy="765450"/>
      </dsp:txXfrm>
    </dsp:sp>
    <dsp:sp modelId="{D5E90543-5A6F-47F4-8F5B-926EFA4FEAEE}">
      <dsp:nvSpPr>
        <dsp:cNvPr id="0" name=""/>
        <dsp:cNvSpPr/>
      </dsp:nvSpPr>
      <dsp:spPr>
        <a:xfrm>
          <a:off x="366660" y="396892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HELP-PAGE</a:t>
          </a:r>
        </a:p>
      </dsp:txBody>
      <dsp:txXfrm>
        <a:off x="392599" y="3994866"/>
        <a:ext cx="5637955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F5D85-BC7F-46E5-B5B1-29F14F80707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54F26-E5B9-4E58-A48C-B18CE9D72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6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Participante en italiano, añadir gestión de índice de participantes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54F26-E5B9-4E58-A48C-B18CE9D72D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9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C414-B546-DCBD-43C4-F8146E086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A7CD2-1852-C17C-0B1A-83DC9A58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368CE-FE37-0CCE-5D5B-743264A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D8569-23E3-25FC-D33D-3B0128F6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8F60-82CE-1D1C-6049-ECACF438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70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4B29-C457-79EC-B1C0-F6D25B53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5513-6C58-98FC-913E-2679DD81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AEB6-52DA-9E62-7BB5-BA65DBD8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CFC1-D6A3-C830-143B-237FC455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DFD1-FC3C-97ED-63C8-817E9CDC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8D57-7014-FA77-8744-598DE26F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C8175-B920-B35A-8913-1E3D5A64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52D4-8392-A879-6449-1BEC9F45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28E9-F370-DBFA-3836-F39947E7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ADF76-2573-FFB4-4D2D-2B6D8DEC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22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8909-ECF5-5997-33AE-17DD28DC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6886-96E4-9801-F8CD-8CF51F01D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A6EF2-D447-A86C-668B-944042B20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BDD7-CE38-FEAE-96D9-012C17E1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0FBD0-B639-CB47-EA39-F010731A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6C3E2-0C56-8BDC-058C-8B51117C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74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DE3F-26CD-6D71-98EC-48725D60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E58E-3B5F-CDE6-CB28-1A2F7BDE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9447F-A672-E020-FF61-BF70DD9FB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C97BC-2E05-505C-09F5-37EA2EF1C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1F34E-019B-D58A-FAA9-771037F04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47010-4A13-9A26-BAF9-10058A2C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8002C-D664-5C6D-3C85-149106AB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C7D2B-031D-ABA5-89A8-4A21A415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8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A9F3-47B5-02FD-4476-28F9031D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48BCD-B2BD-980A-55E7-65E73F53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EBF1B-C16D-D4CB-571A-8B43DC6C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DB45-6D64-A4EF-82CE-612B79E7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36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B3EFB-3D37-EFEB-E0BF-EADD25D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9EBBD-3E37-1324-3530-823DF31B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8F150-CAB6-89A6-8DB7-D37EA9D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2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F1A6-1761-5B02-4CED-4EF70A4F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18A3-37F8-7420-E5B2-CE4B054F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18901-67EF-CAED-E64D-ACF75FA6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35378-09E6-415B-6C52-EFBD4CB4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F7024-FA2C-2BBA-E9A5-FADAC988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1ADB1-1047-803D-333E-DB240602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4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6EC1-2675-B74F-53DA-47124477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9943B-136C-5375-4FFD-C1FD44721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8D76-33CC-E775-399F-0D1DE3394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E9DF8-CA1A-65FE-767A-2426679B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B27D-0570-0307-F5FB-4EC358E5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CB291-0CC1-7B51-0B32-FF47F39A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6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FD91-7893-0704-3744-DDB5B77D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576B4-7BCE-FF4F-D67A-9C72EF11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F6114-F1DB-0AB3-E0FE-E1246D40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EAE00-8072-E862-39FB-C3B969F1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5C1D-A48B-E29C-AB5A-4EABBF10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99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5D5F0-39B5-DB25-06F8-3B3F4AEB6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C931-EE36-DDBF-DA66-5EDB0831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4B06-E8F5-F19C-814A-70D8FD3A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0612-C84A-B563-77E0-B6DFCE36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29E4-C9F9-5134-84C4-6A787BBF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150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8E25C-62A2-DF2D-3114-55A1459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2F599-E2D5-6F4B-097C-C994AB9EF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0F31-06A8-FDEA-0B81-45851D956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4DE2-54C1-6320-44A0-41C84B454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F8EB3-5DF2-25E2-1F75-FE391BBEE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0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jpe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jpe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e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e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385E7D-25CE-5013-5DBE-3AC605673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5"/>
            <a:ext cx="12192000" cy="6858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D778F-90BF-888C-3C91-AF16A684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" y="1571715"/>
            <a:ext cx="11501120" cy="215788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>PLATAFORMA DE GESTIÓN DE EVENTOS - CONGRESOS INTERNACIONALES (AS, ASISTENTE)</a:t>
            </a: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/>
            </a:r>
            <a:endParaRPr lang="en-IN" sz="3500" b="1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EF464-FF1E-5C92-5EF1-F9994DC72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3" b="34020"/>
          <a:stretch/>
        </p:blipFill>
        <p:spPr>
          <a:xfrm>
            <a:off x="4155799" y="4003040"/>
            <a:ext cx="4083961" cy="9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91AE-9522-BF7B-3286-5A429560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137"/>
            <a:ext cx="10515600" cy="44988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Aptos" panose="020B0004020202020204" pitchFamily="34" charset="0"/>
              </a:rPr>
              <a:t>ÍNDICE</a:t>
            </a:r>
            <a:r>
              <a:rPr lang="en-IN" sz="4000" b="1" dirty="0">
                <a:latin typeface="Aptos" panose="020B0004020202020204" pitchFamily="34" charset="0"/>
              </a:rPr>
              <a:t/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B4AEC2-82E4-9826-68D1-147BEC4B0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310948"/>
              </p:ext>
            </p:extLst>
          </p:nvPr>
        </p:nvGraphicFramePr>
        <p:xfrm>
          <a:off x="1898261" y="1086900"/>
          <a:ext cx="8128333" cy="5125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58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6456FC-4A2B-5DB5-571A-FD18A372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365126"/>
            <a:ext cx="10833653" cy="83760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¿Quién es un Asistente? (ROL)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224608-6B39-F059-0D19-3D122ADBE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710" y="1898473"/>
            <a:ext cx="984482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Un asistente es un individuo que participa en un evento, ya sea virtual o en persona. Los asistentes pueden incluir: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/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/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Participantes generales que se registran y se unen a un evento.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Profesionales que asisten para hacer networking, aprender o buscar oportunidades de negocio.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Invitados por el organizador.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Ponentes, panelistas o moderadores (si también se requiere que se registren como asistentes).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Empleados de una empresa que asisten como parte de un evento corporativo.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Los asistentes acceden a las sesiones del evento, interactúan con los expositores, participan en preguntas y respuestas, y utilizan varias funciones de la plataforma como chat en vivo, encuestas y descargas de recursos.</a:t>
            </a:r>
          </a:p>
        </p:txBody>
      </p:sp>
    </p:spTree>
    <p:extLst>
      <p:ext uri="{BB962C8B-B14F-4D97-AF65-F5344CB8AC3E}">
        <p14:creationId xmlns:p14="http://schemas.microsoft.com/office/powerpoint/2010/main" val="88296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07FE-6C80-ED66-E08F-A728A530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320814"/>
            <a:ext cx="11042373" cy="83751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Iniciar sesión en la Plataforma: (FUNCIONALIDAD)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/>
            </a:r>
            <a:r>
              <a:rPr lang="en-IN" b="1" dirty="0">
                <a:latin typeface="Aptos" panose="020B0004020202020204" pitchFamily="34" charset="0"/>
              </a:rPr>
              <a:t/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167D-05FB-EE3E-8725-E9CB08A36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4938" y="1442274"/>
            <a:ext cx="4678018" cy="4803161"/>
          </a:xfrm>
          <a:ln>
            <a:solidFill>
              <a:schemeClr val="tx1"/>
            </a:solidFill>
          </a:ln>
        </p:spPr>
        <p:txBody>
          <a:bodyPr anchor="t"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1: Abre un navegador web/teléfono y ve a la página de inicio de sesión de la plataforma de gestión de eventos.</a:t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2: Ingresa tu correo electrónico registrado y contraseña en los campos proporcionados.</a:t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3: Haz clic en el botón Iniciar sesión para continuar.</a:t>
            </a:r>
            <a:r>
              <a:rPr lang="en-US" sz="1900" dirty="0">
                <a:latin typeface="Aptos" panose="020B0004020202020204" pitchFamily="34" charset="0"/>
              </a:rPr>
              <a:t/>
            </a:r>
            <a:r>
              <a:rPr lang="en-US" sz="1900" b="1" dirty="0">
                <a:latin typeface="Aptos" panose="020B0004020202020204" pitchFamily="34" charset="0"/>
              </a:rPr>
              <a:t/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4: Si es la primera vez que inicias sesión, puede que se te pida restablecer tu contraseña. Sigue las instrucciones enviadas a tu correo electrónico.</a:t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5: Una vez que hayas iniciado sesión con éxito, serás redirigido al panel del asistente.</a:t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Paso 6: Desde el panel, puedes ver los eventos próximos, gestionar tu perfil y acceder a los detalles del evento.</a:t>
            </a:r>
            <a:r>
              <a:rPr lang="en-US" sz="1900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CE6D3DE-AFFF-5B1C-6717-7AE41109E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63" y="1442275"/>
            <a:ext cx="2439300" cy="4637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04BC4-E45C-FBD8-6505-3F66D512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933" y="1442273"/>
            <a:ext cx="2408129" cy="46377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E9E5AF-FDCD-1113-1941-4EB946217040}"/>
              </a:ext>
            </a:extLst>
          </p:cNvPr>
          <p:cNvCxnSpPr/>
          <p:nvPr/>
        </p:nvCxnSpPr>
        <p:spPr>
          <a:xfrm>
            <a:off x="5456583" y="3200400"/>
            <a:ext cx="5730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AF5DA31-AD09-04CE-29D0-4B0F0DC3ED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42962" y="2795909"/>
            <a:ext cx="12700" cy="6899051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96A8D2F-B57C-C2B4-3F46-8DB8144D4860}"/>
              </a:ext>
            </a:extLst>
          </p:cNvPr>
          <p:cNvSpPr txBox="1"/>
          <p:nvPr/>
        </p:nvSpPr>
        <p:spPr>
          <a:xfrm flipH="1">
            <a:off x="6305095" y="6067119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Iniciar sesión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ECA3C-F458-9CE6-9C6F-69E9443ECEE2}"/>
              </a:ext>
            </a:extLst>
          </p:cNvPr>
          <p:cNvSpPr txBox="1"/>
          <p:nvPr/>
        </p:nvSpPr>
        <p:spPr>
          <a:xfrm flipH="1">
            <a:off x="9030388" y="6102000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Panel</a:t>
            </a:r>
          </a:p>
        </p:txBody>
      </p:sp>
    </p:spTree>
    <p:extLst>
      <p:ext uri="{BB962C8B-B14F-4D97-AF65-F5344CB8AC3E}">
        <p14:creationId xmlns:p14="http://schemas.microsoft.com/office/powerpoint/2010/main" val="228387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794D4E0-6082-5B28-E4D2-45D76E79D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3325" y="341597"/>
            <a:ext cx="1098534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Registrar para el Evento: (FUNCIONALIDAD)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6708-586F-0139-C18B-3B299CB9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6540" y="1331844"/>
            <a:ext cx="4791699" cy="5184559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just"/>
            <a:r>
              <a:rPr lang="en-US" sz="1800" b="1" dirty="0">
                <a:latin typeface="Aptos" panose="020B0004020202020204" pitchFamily="34" charset="0"/>
              </a:rPr>
              <a:t>Paso 1: Haz clic en el enlace de registro del evento compartido a través de correo electrónico, sitio web o redes sociales.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Paso 2: Completa los campos requeridos en el formulario de registro (por ejemplo, nombre, correo electrónico, empresa, cargo, etc.).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Paso 3: Selecciona el tipo de entrada (si aplica) y procede al pago.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Paso 4: Completa el proceso de pago (si es necesario) a través de las pasarelas de pago disponibles.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Paso 5: Recibe un correo electrónico de confirmación con los detalles del evento y las credenciales de inicio de sesión (si aplica).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sz="1800" b="1" dirty="0">
                <a:latin typeface="Aptos" panose="020B0004020202020204" pitchFamily="34" charset="0"/>
              </a:rPr>
              <a:t>Paso 6: Guarda los detalles del evento o agrégales a un calendario para recordatorios, el correo electrónico de confirmación para referencia futura, que puede incluir credenciales de inicio de sesión o un código QR para el check-in del evento.</a:t>
            </a:r>
            <a:r>
              <a:rPr lang="en-US" sz="1800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21" name="Content Placeholder 5">
            <a:extLst>
              <a:ext uri="{FF2B5EF4-FFF2-40B4-BE49-F238E27FC236}">
                <a16:creationId xmlns:a16="http://schemas.microsoft.com/office/drawing/2014/main" id="{2E6CEF77-8B5D-635F-FEC9-115C725E9A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56" y="1499728"/>
            <a:ext cx="2863169" cy="4802187"/>
          </a:xfrm>
          <a:ln>
            <a:solidFill>
              <a:schemeClr val="tx1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53C12A5-EC10-C521-EE65-9E3E29E3B684}"/>
              </a:ext>
            </a:extLst>
          </p:cNvPr>
          <p:cNvSpPr/>
          <p:nvPr/>
        </p:nvSpPr>
        <p:spPr>
          <a:xfrm>
            <a:off x="2295657" y="5908617"/>
            <a:ext cx="1053830" cy="47146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997DEED-A532-53DC-AC9C-4168A15CE736}"/>
              </a:ext>
            </a:extLst>
          </p:cNvPr>
          <p:cNvSpPr/>
          <p:nvPr/>
        </p:nvSpPr>
        <p:spPr>
          <a:xfrm>
            <a:off x="3650048" y="1499728"/>
            <a:ext cx="360569" cy="4802186"/>
          </a:xfrm>
          <a:prstGeom prst="rightBrace">
            <a:avLst>
              <a:gd name="adj1" fmla="val 8333"/>
              <a:gd name="adj2" fmla="val 4885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Content Placeholder 7">
            <a:extLst>
              <a:ext uri="{FF2B5EF4-FFF2-40B4-BE49-F238E27FC236}">
                <a16:creationId xmlns:a16="http://schemas.microsoft.com/office/drawing/2014/main" id="{C37CF167-4ABF-FDDE-D1C0-CBE1BF2B5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683" y="2148199"/>
            <a:ext cx="2009775" cy="4223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5521C35D-B7AE-DBCF-9389-83B2523A68AF}"/>
              </a:ext>
            </a:extLst>
          </p:cNvPr>
          <p:cNvSpPr/>
          <p:nvPr/>
        </p:nvSpPr>
        <p:spPr>
          <a:xfrm>
            <a:off x="11337458" y="3529790"/>
            <a:ext cx="290621" cy="261455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C8C8FA-E58A-76BA-C2F5-6518291BC95A}"/>
              </a:ext>
            </a:extLst>
          </p:cNvPr>
          <p:cNvCxnSpPr>
            <a:cxnSpLocks/>
          </p:cNvCxnSpPr>
          <p:nvPr/>
        </p:nvCxnSpPr>
        <p:spPr>
          <a:xfrm flipH="1">
            <a:off x="3392116" y="2442742"/>
            <a:ext cx="709650" cy="837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3ED866-1C18-5AC6-B556-E45D640A17AF}"/>
              </a:ext>
            </a:extLst>
          </p:cNvPr>
          <p:cNvCxnSpPr>
            <a:cxnSpLocks/>
          </p:cNvCxnSpPr>
          <p:nvPr/>
        </p:nvCxnSpPr>
        <p:spPr>
          <a:xfrm>
            <a:off x="8918052" y="3906791"/>
            <a:ext cx="409631" cy="7458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0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61EE-1873-A543-B802-B88C02D7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52" y="305491"/>
            <a:ext cx="10578548" cy="81763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Gestionar Perfil: (FUNCIONALIDAD)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/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E6139-CDBA-4BFF-EF5B-EB8CD097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712" y="1825623"/>
            <a:ext cx="6745357" cy="4351339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/>
            <a:r>
              <a:rPr lang="en-US" sz="2200" b="1" dirty="0">
                <a:latin typeface="Aptos" panose="020B0004020202020204" pitchFamily="34" charset="0"/>
              </a:rPr>
              <a:t>Paso 1: Subir Foto de Perfil: Agrega una imagen para personalizar tu perfil de asistente.</a:t>
            </a:r>
            <a:r>
              <a:rPr lang="en-US" sz="2200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Paso 2: Actualizar Información Personal: Editar nombre, correo electrónico y detalles de contacto.</a:t>
            </a:r>
            <a:r>
              <a:rPr lang="en-US" sz="2200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Paso 3: Generar Código QR: Utiliza esto para un check-in rápido en eventos presenciales.</a:t>
            </a:r>
            <a:r>
              <a:rPr lang="en-US" sz="2200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Paso 4: Marcar Contactos Favoritos: Guarda y gestiona asistentes o expositores favoritos.</a:t>
            </a:r>
            <a:r>
              <a:rPr lang="en-US" sz="2200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Paso 5: Compartir Perfil: Genera un enlace de perfil para compartir con otros asistentes para hacer networking.</a:t>
            </a:r>
            <a:r>
              <a:rPr lang="en-US" sz="2200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C10567-9E3A-F317-ED91-E6ACDC6BB7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301" r="8925" b="5710"/>
          <a:stretch/>
        </p:blipFill>
        <p:spPr>
          <a:xfrm>
            <a:off x="8124485" y="1825623"/>
            <a:ext cx="2768803" cy="4351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870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A77-3179-2E5F-9EA7-4181D7A3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8" y="365125"/>
            <a:ext cx="10714382" cy="936901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Unirse y Participar en el Evento: (CARACTERÍSTICA)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6B6B-BC43-7D28-1DA8-1B67993B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1452" y="1736219"/>
            <a:ext cx="5244548" cy="4545309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Paso 1: Acceder al Tablero del Evento: Navega a la sección del evento para encontrar las sesiones programadas.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Paso 2: Unirse a Sesiones en Vivo: Haz clic en los enlaces de las sesiones proporcionadas para asistir a presentaciones o discusiones en vivo.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Paso 3: Participar en Encuestas en Vivo y Preguntas y Respuestas: Participa en encuestas en tiempo real o haz preguntas a los ponentes utilizando las funciones de chat interactivo.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Paso 4: Hacer Networking con Otros Asistentes: Usa el chat y las funciones de networking para interactuar con otros participantes.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Paso 5: Ver y Descargar Recursos del Evento: Accede a grabaciones, diapositivas de presentaciones y otros materiales compartidos durante el evento.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6AB3B03-617F-395B-22D4-8E18BB638B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3932" y="1736219"/>
            <a:ext cx="4016128" cy="4545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966B98-3736-000F-2F3C-D56B0C5DE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32"/>
          <a:stretch/>
        </p:blipFill>
        <p:spPr>
          <a:xfrm>
            <a:off x="9307039" y="2228157"/>
            <a:ext cx="2232291" cy="28138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7D56AF5-1B38-8639-2D47-F6BB91DFC4C9}"/>
              </a:ext>
            </a:extLst>
          </p:cNvPr>
          <p:cNvSpPr/>
          <p:nvPr/>
        </p:nvSpPr>
        <p:spPr>
          <a:xfrm>
            <a:off x="6626078" y="2117033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2FB13-2266-DD43-296D-D7BC635C8CF2}"/>
              </a:ext>
            </a:extLst>
          </p:cNvPr>
          <p:cNvSpPr/>
          <p:nvPr/>
        </p:nvSpPr>
        <p:spPr>
          <a:xfrm>
            <a:off x="9703021" y="5312463"/>
            <a:ext cx="516835" cy="96906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CDC3F-F7C7-951F-DED3-50F8666B9216}"/>
              </a:ext>
            </a:extLst>
          </p:cNvPr>
          <p:cNvCxnSpPr/>
          <p:nvPr/>
        </p:nvCxnSpPr>
        <p:spPr>
          <a:xfrm>
            <a:off x="6096000" y="2340663"/>
            <a:ext cx="5199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0589CE6-E8FC-B703-5E4F-39E92A6C60DE}"/>
              </a:ext>
            </a:extLst>
          </p:cNvPr>
          <p:cNvSpPr/>
          <p:nvPr/>
        </p:nvSpPr>
        <p:spPr>
          <a:xfrm>
            <a:off x="10023044" y="2365508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37351BC-89B3-2ECB-C373-034B3CA12CE8}"/>
              </a:ext>
            </a:extLst>
          </p:cNvPr>
          <p:cNvSpPr/>
          <p:nvPr/>
        </p:nvSpPr>
        <p:spPr>
          <a:xfrm>
            <a:off x="11340548" y="2445026"/>
            <a:ext cx="606287" cy="2596993"/>
          </a:xfrm>
          <a:prstGeom prst="rightBrace">
            <a:avLst>
              <a:gd name="adj1" fmla="val 8333"/>
              <a:gd name="adj2" fmla="val 4579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3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DA8-EE08-333B-D952-50852DFE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365126"/>
            <a:ext cx="11141765" cy="86732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Interactuar con Expositores: (CARACTERÍSTICA)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/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E01D-08EF-565D-CF51-8B92EE259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052" y="1825625"/>
            <a:ext cx="5181600" cy="4351338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1: Navega a la sección de expositores en la plataforma.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2: Ver una lista de expositores participantes y sus booths virtuales.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3: Haz clic en el booth de un expositor para explorar sus productos y servicios.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4: Accede y descarga folletos, catálogos y otros materiales proporcionados.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5: Usa la función de chat para hacer preguntas e interactuar con los representantes de los expositores.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Paso 6: Programa reuniones uno a uno o demostraciones con expositores si están disponibles.</a:t>
            </a:r>
            <a:r>
              <a:rPr lang="en-US" sz="2000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95F6A2-0912-7DF8-DBCC-0067E039E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0378"/>
          <a:stretch/>
        </p:blipFill>
        <p:spPr>
          <a:xfrm>
            <a:off x="5971836" y="2030324"/>
            <a:ext cx="5181600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11B536-46E3-C81F-3C72-1A7EEA5F2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097" y="1672972"/>
            <a:ext cx="1860392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3A1DD99-C8E6-010C-C99B-E41833D1EFCD}"/>
              </a:ext>
            </a:extLst>
          </p:cNvPr>
          <p:cNvSpPr/>
          <p:nvPr/>
        </p:nvSpPr>
        <p:spPr>
          <a:xfrm>
            <a:off x="10930985" y="5606920"/>
            <a:ext cx="325079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C26216-9554-926B-DBAC-6D87BEE12414}"/>
              </a:ext>
            </a:extLst>
          </p:cNvPr>
          <p:cNvSpPr/>
          <p:nvPr/>
        </p:nvSpPr>
        <p:spPr>
          <a:xfrm>
            <a:off x="10605903" y="5614912"/>
            <a:ext cx="325081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D0B81-E050-A233-D21B-939EB4A5817F}"/>
              </a:ext>
            </a:extLst>
          </p:cNvPr>
          <p:cNvCxnSpPr/>
          <p:nvPr/>
        </p:nvCxnSpPr>
        <p:spPr>
          <a:xfrm flipV="1">
            <a:off x="11176437" y="4871196"/>
            <a:ext cx="0" cy="5675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791F11-7D6B-25EB-A97A-F70360EE4CB7}"/>
              </a:ext>
            </a:extLst>
          </p:cNvPr>
          <p:cNvCxnSpPr>
            <a:cxnSpLocks/>
          </p:cNvCxnSpPr>
          <p:nvPr/>
        </p:nvCxnSpPr>
        <p:spPr>
          <a:xfrm>
            <a:off x="9810094" y="5793588"/>
            <a:ext cx="74623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55FE48-12A2-958F-A078-3B81A9A3680B}"/>
              </a:ext>
            </a:extLst>
          </p:cNvPr>
          <p:cNvSpPr txBox="1"/>
          <p:nvPr/>
        </p:nvSpPr>
        <p:spPr>
          <a:xfrm>
            <a:off x="8440172" y="5594940"/>
            <a:ext cx="139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“Descargar”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6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10E7-0D61-E10B-6525-4D5E3DEA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7" y="350491"/>
            <a:ext cx="10515600" cy="822325"/>
          </a:xfrm>
          <a:ln cap="rnd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Acciones Post-Evento: (CARACTERÍSTICA)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2D9E-E3A9-6A1D-8AC2-91E95AE7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159" y="1580790"/>
            <a:ext cx="5396684" cy="4763836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Paso 1: Descargar Recursos del Evento: Inicia sesión en la plataforma y navega a la página del evento. Descarga grabaciones de sesiones, presentaciones y otros materiales compartidos.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2: Proporcionar Retroalimentación: Completa encuestas del evento y formularios de retroalimentación para ayudar a mejorar futuros eventos.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3: Compartir Participación en el Evento: Utiliza la opción de compartir en redes sociales para publicar sobre tu experiencia en el evento. Puedes recibir un certificado digital si corresponde.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4: Continuar con la Red de Contactos: Usa la función de chat de la plataforma para mantener el contacto con las conexiones realizadas durante el evento (los mensajes pueden no persistir después de cerrar sesión).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5: Revisar el Resumen del Evento: Consulta las estadísticas sobre tu asistencia, participación en sesiones e interacciones a través de tu panel de asistente.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450B4-BF6B-1D73-8091-33B41E5B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580790"/>
            <a:ext cx="3843130" cy="442244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2EA3A2A-FF48-5F3B-1225-73898795E1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3827" t="7196" r="23965"/>
          <a:stretch/>
        </p:blipFill>
        <p:spPr>
          <a:xfrm>
            <a:off x="9024730" y="3385387"/>
            <a:ext cx="2524539" cy="2959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60B4EC-64EB-19A8-203D-470E792A447F}"/>
              </a:ext>
            </a:extLst>
          </p:cNvPr>
          <p:cNvSpPr txBox="1"/>
          <p:nvPr/>
        </p:nvSpPr>
        <p:spPr>
          <a:xfrm>
            <a:off x="6496876" y="6003235"/>
            <a:ext cx="233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RETROALIMENTACIÓN Y PREGUNTAS Y RESPUESTAS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70EE3-0270-5566-CD1C-E3CB633D3C96}"/>
              </a:ext>
            </a:extLst>
          </p:cNvPr>
          <p:cNvSpPr txBox="1"/>
          <p:nvPr/>
        </p:nvSpPr>
        <p:spPr>
          <a:xfrm>
            <a:off x="9770165" y="3016055"/>
            <a:ext cx="170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ENCUESTA EN VIVO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D8814A-8579-C7D6-38B9-F5E90FF2DFBE}"/>
              </a:ext>
            </a:extLst>
          </p:cNvPr>
          <p:cNvCxnSpPr/>
          <p:nvPr/>
        </p:nvCxnSpPr>
        <p:spPr>
          <a:xfrm flipH="1">
            <a:off x="10649778" y="3296558"/>
            <a:ext cx="188843" cy="5337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969D40-2774-4AFA-8E1D-1F90BE80515A}"/>
              </a:ext>
            </a:extLst>
          </p:cNvPr>
          <p:cNvCxnSpPr>
            <a:cxnSpLocks/>
          </p:cNvCxnSpPr>
          <p:nvPr/>
        </p:nvCxnSpPr>
        <p:spPr>
          <a:xfrm flipV="1">
            <a:off x="7026965" y="4865006"/>
            <a:ext cx="0" cy="11382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1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E8E7-4836-04DC-BB0E-8E63D1B0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09531"/>
            <a:ext cx="6993836" cy="4467432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Paso 1: Localizar el Área de Registro: Encuentra los mostradores o quioscos de registro designados en el lugar del evento.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2: Usar la Aplicación de Registro: Abre la aplicación de registro de la plataforma de gestión del evento en tu dispositivo o en el quiosco.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3: Escanear tu Código QR: Si generaste un código QR durante el registro, escanéalo para un registro rápido.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4: Opción de Registro Manual: Si no tienes un código QR, ingresa tu correo electrónico registrado o referencia de reserva para registrarte manualmente.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5: Recibir la Insignia del Evento: Después de la verificación, recoge tu insignia o pulsera del evento (si aplica).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Paso 6: Proceder al Evento: Una vez registrado, puedes ingresar al espacio del evento y comenzar a explorar sesiones, expositores y oportunidades de networking.</a:t>
            </a:r>
            <a:r>
              <a:rPr lang="en-US" dirty="0">
                <a:latin typeface="Aptos" panose="020B0004020202020204" pitchFamily="34" charset="0"/>
              </a:rPr>
              <a:t/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1E2505-3863-9E32-522F-289FF87B8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5495" y="390533"/>
            <a:ext cx="1072100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Registro para Eventos Presenciales: (CARACTERÍSTICA)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5C26963-DF97-9113-7803-BC9573F572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84" y="1709531"/>
            <a:ext cx="2235407" cy="446743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87D1C7-9A63-7176-04EE-1E83378A5072}"/>
              </a:ext>
            </a:extLst>
          </p:cNvPr>
          <p:cNvCxnSpPr>
            <a:cxnSpLocks/>
          </p:cNvCxnSpPr>
          <p:nvPr/>
        </p:nvCxnSpPr>
        <p:spPr>
          <a:xfrm>
            <a:off x="7583557" y="3578087"/>
            <a:ext cx="1253227" cy="526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2C3CD1-5AC0-A584-3449-8B3286C32A90}"/>
              </a:ext>
            </a:extLst>
          </p:cNvPr>
          <p:cNvSpPr/>
          <p:nvPr/>
        </p:nvSpPr>
        <p:spPr>
          <a:xfrm>
            <a:off x="9591261" y="5198165"/>
            <a:ext cx="884582" cy="21866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5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EF3C-4B6A-E73D-D396-2EB183AF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7" y="365126"/>
            <a:ext cx="10863468" cy="896006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Accediendo a Ayuda y Soporte Durante el Evento</a:t>
            </a:r>
            <a:endParaRPr lang="en-IN" b="1" dirty="0">
              <a:latin typeface="Aptos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EDA711-5EAD-CC00-E258-CFBE6CA6E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63"/>
          <a:stretch/>
        </p:blipFill>
        <p:spPr>
          <a:xfrm>
            <a:off x="1058574" y="1570383"/>
            <a:ext cx="3384332" cy="4746334"/>
          </a:xfrm>
          <a:ln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3E562-49F2-8382-246E-3295F67E4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3532" y="1570383"/>
            <a:ext cx="6390747" cy="474633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Una página de ayuda dedicada está disponible durante todo el evento.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Los asistentes pueden buscar soporte para problemas técnicos, como problemas de carga de la página web o dificultades en la gestión de cuentas.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Las consultas de soporte se pueden hacer directamente a través del sistema.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Un equipo de soporte dedicado está disponible para proporcionar asistencia en tiempo real.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Las respuestas se proporcionarán de manera rápida para resolver cualquier problema y asegurar una experiencia de evento fluida.</a:t>
            </a:r>
          </a:p>
          <a:p>
            <a:pPr algn="just"/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E3CED1-28DF-3D5A-8F81-D9C75D9F31A1}"/>
              </a:ext>
            </a:extLst>
          </p:cNvPr>
          <p:cNvCxnSpPr/>
          <p:nvPr/>
        </p:nvCxnSpPr>
        <p:spPr>
          <a:xfrm flipH="1">
            <a:off x="4331747" y="2612506"/>
            <a:ext cx="924910" cy="8960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68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1104</Words>
  <Application>Microsoft Office PowerPoint</Application>
  <PresentationFormat>Widescreen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EVENT MANAGEMENT PLATFORM - CONGRESSI INTERAZIONALI   (AS, ATTENDEE)</vt:lpstr>
      <vt:lpstr>INDEX </vt:lpstr>
      <vt:lpstr>Who is an Attendee? (ROLE)</vt:lpstr>
      <vt:lpstr>Login to the Platform: (FEATURE) </vt:lpstr>
      <vt:lpstr>Register for the Event: (FEATURE)</vt:lpstr>
      <vt:lpstr>Manage Profile: (FEATURE)</vt:lpstr>
      <vt:lpstr>Join &amp; Participate in the Event: (FEATURE)</vt:lpstr>
      <vt:lpstr>Interact with Exhibitors: (FEATURE)</vt:lpstr>
      <vt:lpstr>Post-Event Actions: (FEATURE)</vt:lpstr>
      <vt:lpstr>Check-In for Onsite Events: (FEATURE)</vt:lpstr>
      <vt:lpstr>Accessing Help &amp; Support During the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PLATFORM - CONGRESSI INTERAZIONALI   (AS, ATTENDEE)</dc:title>
  <dc:creator>Prashant kapoor</dc:creator>
  <cp:lastModifiedBy>cloudconvert_10</cp:lastModifiedBy>
  <cp:revision>86</cp:revision>
  <dcterms:created xsi:type="dcterms:W3CDTF">2025-03-24T16:33:11Z</dcterms:created>
  <dcterms:modified xsi:type="dcterms:W3CDTF">2025-10-31T07:33:02Z</dcterms:modified>
</cp:coreProperties>
</file>